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916DA282-BD5B-46C1-8297-49AD547B6BE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50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45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18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9418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02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39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5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8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44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365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1573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026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BACA8-8E0C-45F6-9D39-5165CD3A8DBD}" type="datetimeFigureOut">
              <a:rPr lang="ru-RU" smtClean="0"/>
              <a:t>10.02.2014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97F76-F73B-4154-86AB-42B4F4928A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141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33" y="532348"/>
            <a:ext cx="8815010" cy="6037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Канальный кодер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DVB-T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48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Скремблер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6" y="3789040"/>
            <a:ext cx="7896225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-1" y="692696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Входные данные представляют собой 188-байтные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MPEG-2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пакеты, каждый из которых начинается с синхробайта 47</a:t>
            </a:r>
            <a:r>
              <a:rPr lang="ru-RU" sz="2400" baseline="-25000" dirty="0" smtClean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= 01000111</a:t>
            </a:r>
            <a:r>
              <a:rPr lang="ru-RU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. </a:t>
            </a: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 началом блока из восьми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MPEG-2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пакетов скремблер должен заново инициализироваться, при этом для обеспечения синхронизации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дескремблере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синхробайт первого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MPEG-2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пакета инвертируется. Синхробайты не скремблируются (однако при этом скремблер тактируется).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1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Внешний кодер – кодер Рида-Соломона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" y="90872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Используется укороченный код Рида-Соломона (204, 188,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/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dirty="0"/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8), получаемый из систематического кода Рида-Соломона (255, 239,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/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dirty="0" smtClean="0"/>
              <a:t>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8)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Укорочение достигается добавлением 51 нулевого байта в начало 188-байтного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MPEG2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-пакета (188 + 51 = 239). После вычисления 16-и проверочных байт добавленные нулевые байты отбрасываются.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Полином-генератор кода: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)… 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02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Примитивный полином: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+ 1.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664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Внешний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3" y="2348880"/>
            <a:ext cx="901501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-1" y="90872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Используется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сверточный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Форни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3 типа по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Рамси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Количество ветвей: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12,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размер ячейки ветви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17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байт.</a:t>
            </a:r>
          </a:p>
        </p:txBody>
      </p:sp>
    </p:spTree>
    <p:extLst>
      <p:ext uri="{BB962C8B-B14F-4D97-AF65-F5344CB8AC3E}">
        <p14:creationId xmlns:p14="http://schemas.microsoft.com/office/powerpoint/2010/main" val="5430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Первые этапы преобразования данных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72" y="523220"/>
            <a:ext cx="8676456" cy="6318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526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Внутренний кодер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74572"/>
            <a:ext cx="8534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-1" y="90872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Используется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сверточный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код со скоростью 1/2 и с выкалыванием. Параметры материнского кода: (171, 133)</a:t>
            </a:r>
            <a:r>
              <a:rPr lang="ru-RU" sz="24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= (1111001, 1011011)</a:t>
            </a:r>
            <a:r>
              <a:rPr lang="ru-RU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344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Внутренний кодер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2996952"/>
            <a:ext cx="9132777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-1" y="90872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Повышение скорости достигается за счет использования выкалывания – отбрасывания части бит в выходной последовательности материнского кодера в соответствии с таблицей, представленной ниже.</a:t>
            </a:r>
          </a:p>
        </p:txBody>
      </p:sp>
    </p:spTree>
    <p:extLst>
      <p:ext uri="{BB962C8B-B14F-4D97-AF65-F5344CB8AC3E}">
        <p14:creationId xmlns:p14="http://schemas.microsoft.com/office/powerpoint/2010/main" val="119649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Объединение каналов разного приоритета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381" y="1772816"/>
            <a:ext cx="6911236" cy="451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-1" y="69269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Внутренний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блоковый, состоит из битового и байтового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11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Битовый внутренний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(неиерархический режим)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33" y="1556792"/>
            <a:ext cx="81057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6" y="3789040"/>
            <a:ext cx="8143875" cy="238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6909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Битовый внутренний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(неиерархический режим)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" y="3238500"/>
            <a:ext cx="8220075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55397"/>
            <a:ext cx="2619375" cy="231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63375" y="1327854"/>
            <a:ext cx="60841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Блоковые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состоит из 126 бит и, таким образом, в течение одного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OFDM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-символа процесс перемежения для каждого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повторяется 48 раз.</a:t>
            </a:r>
          </a:p>
        </p:txBody>
      </p:sp>
    </p:spTree>
    <p:extLst>
      <p:ext uri="{BB962C8B-B14F-4D97-AF65-F5344CB8AC3E}">
        <p14:creationId xmlns:p14="http://schemas.microsoft.com/office/powerpoint/2010/main" val="362657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Битовый внутренний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(иерархический режим)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11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620688"/>
            <a:ext cx="856297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3312838"/>
            <a:ext cx="8543925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0" y="314410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11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Байтовый внутренний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12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" y="90872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Блоковый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оперирует 6048 словами, размер которых определяется типом используемого созвездия и соответственно может быть равен 2, 4, 6.</a:t>
            </a:r>
          </a:p>
          <a:p>
            <a:pPr indent="3600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Пусть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перемежения 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0, 1, 2, …, 6047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 = 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6047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вектор, поступивший на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перемежитель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столбец из 2, 4 или 6 строк). Тогда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перемеженный вектор определяется так:</a:t>
            </a:r>
          </a:p>
          <a:p>
            <a:pPr indent="360000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sz="2400" baseline="-25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400" baseline="-25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OFDM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-символов с четными номерами,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OFDM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-символов с нечетными номерами,</a:t>
            </a: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0, …, 6047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7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2921"/>
            <a:ext cx="9144000" cy="6383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Сигнальные созвездия (неиерархические)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13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4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57" y="453248"/>
            <a:ext cx="8893285" cy="6404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Сигнальные созвездия  (неиерархические)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14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950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Сигнальные созвездия (иерархические, 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1)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15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696"/>
            <a:ext cx="9144000" cy="5448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162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Сигнальные созвездия (иерархические, 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1)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16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7810"/>
            <a:ext cx="7771209" cy="6330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617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219"/>
            <a:ext cx="9140189" cy="6290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Сигнальные созвездия (иерархические, 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4)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17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28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Сигнальные созвездия (иерархические, </a:t>
            </a:r>
            <a:r>
              <a:rPr lang="el-GR" sz="2800" dirty="0" smtClean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= 4)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18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28445"/>
            <a:ext cx="7758062" cy="622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37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29600"/>
            <a:ext cx="9144000" cy="2361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Параметры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OFDM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19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2322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Сигнал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DVB-T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передается кадрами. Каждый кадр состоит из 68-и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OFDM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-символов, четыре кадра образуют супер-кадр. Каждый символ состоит из 6 817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поднесущих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частотной области. Во временной области символ состоит из двух частей: полезной части и защитного интервала. Защитный интервал (ЗИ) является циклическим префиксом символа. Возможны четыре различных длительности ЗИ.</a:t>
            </a: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дополнение к передаваемым данным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OFDM-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символ содержит: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Распределенные пилоты.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Непрерывные пилоты.</a:t>
            </a:r>
          </a:p>
          <a:p>
            <a:pPr marL="457200" indent="-457200" algn="just"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TPS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-сигналы (служебная информация).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002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55" y="3356992"/>
            <a:ext cx="9149255" cy="288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Формирование пилотов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20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836712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формирования пилотов используется ФМ-2:</a:t>
            </a:r>
          </a:p>
          <a:p>
            <a:pPr indent="360000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Re{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= 4/3 × 2 (1/2 –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indent="360000" algn="just"/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aseline="-25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= 0.</a:t>
            </a:r>
          </a:p>
          <a:p>
            <a:pPr indent="360000"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Значение пилотного бита на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й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поднесущей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sz="24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определяется генератором, представленным ниже: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6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Формирование пилотов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21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2334364"/>
            <a:ext cx="8296275" cy="425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-1277" y="764704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Распределенные пилоты передаются в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 символе на позициях: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+ 3(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mod 4) + 12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|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целое,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≥ 0,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Euclid Math Two"/>
              </a:rPr>
              <a:t>[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  <a:sym typeface="Euclid Math Two"/>
              </a:rPr>
              <a:t>K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  <a:sym typeface="Euclid Math Two"/>
              </a:rPr>
              <a:t>min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Euclid Math Two"/>
              </a:rPr>
              <a:t>; 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  <a:sym typeface="Euclid Math Two"/>
              </a:rPr>
              <a:t>K</a:t>
            </a:r>
            <a:r>
              <a:rPr lang="en-US" sz="2400" baseline="-25000" dirty="0" err="1" smtClean="0">
                <a:latin typeface="Times New Roman" pitchFamily="18" charset="0"/>
                <a:cs typeface="Times New Roman" pitchFamily="18" charset="0"/>
                <a:sym typeface="Euclid Math Two"/>
              </a:rPr>
              <a:t>max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Euclid Math Two"/>
              </a:rPr>
              <a:t>]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Непрерывные пилоты передаются постоянно на предопределенных позициях.</a:t>
            </a:r>
          </a:p>
        </p:txBody>
      </p:sp>
    </p:spTree>
    <p:extLst>
      <p:ext uri="{BB962C8B-B14F-4D97-AF65-F5344CB8AC3E}">
        <p14:creationId xmlns:p14="http://schemas.microsoft.com/office/powerpoint/2010/main" val="2979184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Формирование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TPS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-сигналов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22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277" y="764704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00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формирования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TPS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-сигналов, как и для пилотов,  используется ФМ-2.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TPS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-сигналы, как и непрерывные пилоты, передаются на предопределенных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поднесущих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(всего 68 штук).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TPS-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сообщение состоит из 68 бит, включающих в себя: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Инициализационный бит.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16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синхро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-бит.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Модуляционную информацию.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Информацию о скорости внутреннего кодера.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Информацию о иерархичности.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Длительность защитного интервала.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Номер кадра в супер-кадре.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Идентификатор оператора.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Проверочные биты кода БЧХ.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360000"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19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Модулятор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23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1" y="527853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Определение параметров сигнала, установка требуемого количества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суперкадров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/кадров/символов/бит/бит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LP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AutoNum type="arabicPeriod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Поочерёдное формирование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суперкадров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2.1. Формирование нужного числа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MPEG-2-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пакетов (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HP/LP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.2. Скремблирование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MPEG-2-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пакетов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HP/LP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2.3.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Кодирование каждого пакета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каждого потока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HP/LP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внешним кодом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Рида-Соломона.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2.4.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Свёрточное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перемежение пакетов каждого потока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HP/LP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2.5. Внутреннее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свёрточное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кодирование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каждого потока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HP/LP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2.6. Демультиплексирование и битовое внутреннее перемежение каждого потока.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2.7. Мультиплексирование и байтовое внутреннее перемежение.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2.8. Отображение на точки сигнального созвездия.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2.9. Формирование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OFDM-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символов в частотной области: данные + пилоты +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TPS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2.10. ОПФ и добавление ЦП.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2.11. Сохранение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суперкадра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в файл.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11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779</Words>
  <Application>Microsoft Office PowerPoint</Application>
  <PresentationFormat>Экран (4:3)</PresentationFormat>
  <Paragraphs>106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СПбГПУ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Л. Гельгор</dc:creator>
  <cp:lastModifiedBy>Gelgor</cp:lastModifiedBy>
  <cp:revision>18</cp:revision>
  <dcterms:created xsi:type="dcterms:W3CDTF">2011-03-09T09:53:49Z</dcterms:created>
  <dcterms:modified xsi:type="dcterms:W3CDTF">2014-02-11T07:38:47Z</dcterms:modified>
</cp:coreProperties>
</file>